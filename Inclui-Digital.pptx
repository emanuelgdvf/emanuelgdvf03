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589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89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Inclui</a:t>
            </a:r>
            <a:r>
              <a:rPr lang="en-US" sz="4400" b="1" dirty="0">
                <a:solidFill>
                  <a:srgbClr val="5F5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</a:t>
            </a:r>
            <a:r>
              <a:rPr lang="en-US" sz="4400" b="1" dirty="0">
                <a:solidFill>
                  <a:srgbClr val="3EC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para todos, sem exceção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Bimestral — Educação Digital e Midiática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AA0B4"/>
                </a:solidFill>
              </a:rPr>
              <a:t>Inclusão</a:t>
            </a:r>
            <a:r>
              <a:rPr lang="en-US" sz="1100" dirty="0">
                <a:solidFill>
                  <a:srgbClr val="9AA0B4"/>
                </a:solidFill>
              </a:rPr>
              <a:t> Social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28346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4"/>
                </a:solidFill>
              </a:rPr>
              <a:t>Inclusão Digital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8346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4"/>
                </a:solidFill>
              </a:rPr>
              <a:t>Acessibilidade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8346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B4"/>
                </a:solidFill>
              </a:rPr>
              <a:t>100% </a:t>
            </a:r>
            <a:r>
              <a:rPr lang="en-US" sz="1100" dirty="0" err="1">
                <a:solidFill>
                  <a:srgbClr val="9AA0B4"/>
                </a:solidFill>
              </a:rPr>
              <a:t>Gratuito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A"/>
                </a:solidFill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C1933"/>
          </a:solidFill>
          <a:ln w="6350">
            <a:solidFill>
              <a:srgbClr val="3A2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DFF"/>
                </a:solidFill>
              </a:rPr>
              <a:t>Objetivo do projeto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criamos o Inclui-Digital?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uma plataforma web gratuita que auxilie na inclusão social e digital de pessoas com deficiência e comunidades em situação de vulnerabilidade, oferecendo cursos, comunidade e recursos de acessibilidade.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A"/>
                </a:solidFill>
              </a:rPr>
              <a:t>02 / 07</a:t>
            </a:r>
            <a:endParaRPr lang="en-US" sz="1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F2D5E95-E4EC-4A41-97A7-EF817D5C1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118" y="2845182"/>
            <a:ext cx="4508616" cy="20925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11A2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8ADD"/>
                </a:solidFill>
              </a:rPr>
              <a:t>Apps parecidos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já faz algo parecido?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260604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</a:rPr>
              <a:t>Plataforma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260604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</a:rPr>
              <a:t>Plataforma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260604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</a:rPr>
              <a:t>Plataforma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Talk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deles combina cursos + comunidade + filtros de acessibilidade em um único lugar gratuito.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A"/>
                </a:solidFill>
              </a:rPr>
              <a:t>03 / 07</a:t>
            </a:r>
            <a:endParaRPr lang="en-US" sz="1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A14E8CA-49D2-4791-AFFB-9F125B3823EC}"/>
              </a:ext>
            </a:extLst>
          </p:cNvPr>
          <p:cNvSpPr txBox="1"/>
          <p:nvPr/>
        </p:nvSpPr>
        <p:spPr>
          <a:xfrm>
            <a:off x="767808" y="2526190"/>
            <a:ext cx="20305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400" b="0" i="0" dirty="0">
                <a:solidFill>
                  <a:srgbClr val="E6E8F0"/>
                </a:solidFill>
                <a:effectLst/>
                <a:latin typeface="Google Sans"/>
              </a:rPr>
              <a:t> A plataforma carece de professores ao vivo e feedback imediato de um instrutor, o que pode limitar o suporte personalizado.</a:t>
            </a:r>
            <a:endParaRPr lang="en-US" sz="1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4BD6E6E-8C58-4C7A-B85E-2ACD604BB17F}"/>
              </a:ext>
            </a:extLst>
          </p:cNvPr>
          <p:cNvSpPr txBox="1"/>
          <p:nvPr/>
        </p:nvSpPr>
        <p:spPr>
          <a:xfrm>
            <a:off x="3701081" y="2542633"/>
            <a:ext cx="18332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400" b="0" i="0" dirty="0">
                <a:solidFill>
                  <a:srgbClr val="E6E8F0"/>
                </a:solidFill>
                <a:effectLst/>
                <a:latin typeface="Google Sans"/>
              </a:rPr>
              <a:t>Os modelos de assinatura que podem variar de 30 a 80 dólares por mês, o que causa limitações do uso do app.</a:t>
            </a:r>
            <a:endParaRPr lang="en-US" sz="14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2B23512-F580-4B5F-9F6C-DAD1A82CDAFF}"/>
              </a:ext>
            </a:extLst>
          </p:cNvPr>
          <p:cNvSpPr txBox="1"/>
          <p:nvPr/>
        </p:nvSpPr>
        <p:spPr>
          <a:xfrm>
            <a:off x="6501284" y="2575189"/>
            <a:ext cx="202574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400" b="0" i="0" dirty="0">
                <a:solidFill>
                  <a:srgbClr val="E6E8F0"/>
                </a:solidFill>
                <a:effectLst/>
                <a:latin typeface="Google Sans"/>
              </a:rPr>
              <a:t>O avatar frequentemente </a:t>
            </a:r>
            <a:r>
              <a:rPr lang="pt-BR" sz="1400" b="0" i="0" dirty="0">
                <a:solidFill>
                  <a:srgbClr val="E6E8F0"/>
                </a:solidFill>
                <a:effectLst/>
                <a:latin typeface="Calibri (corpo)"/>
              </a:rPr>
              <a:t>traduz</a:t>
            </a:r>
            <a:r>
              <a:rPr lang="pt-BR" sz="1400" b="0" i="0" dirty="0">
                <a:solidFill>
                  <a:srgbClr val="E6E8F0"/>
                </a:solidFill>
                <a:effectLst/>
                <a:latin typeface="Google Sans"/>
              </a:rPr>
              <a:t> o português de </a:t>
            </a:r>
            <a:r>
              <a:rPr lang="pt-BR" sz="1400" b="0" i="0" dirty="0">
                <a:solidFill>
                  <a:srgbClr val="E6E8F0"/>
                </a:solidFill>
                <a:effectLst/>
                <a:latin typeface="Calibri (corpo)"/>
              </a:rPr>
              <a:t>forma</a:t>
            </a:r>
            <a:r>
              <a:rPr lang="pt-BR" sz="1400" b="0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pt-BR" sz="1400" b="0" i="0" dirty="0">
                <a:solidFill>
                  <a:srgbClr val="E6E8F0"/>
                </a:solidFill>
                <a:effectLst/>
                <a:latin typeface="Calibri (corpo)"/>
              </a:rPr>
              <a:t>literal</a:t>
            </a:r>
            <a:r>
              <a:rPr lang="pt-BR" sz="1400" b="0" i="0" dirty="0">
                <a:solidFill>
                  <a:srgbClr val="E6E8F0"/>
                </a:solidFill>
                <a:effectLst/>
                <a:latin typeface="Google Sans"/>
              </a:rPr>
              <a:t>, sem seguir a gramática e sintaxe corretas da Libras.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AA"/>
          </a:solidFill>
          <a:ln w="12700">
            <a:solidFill>
              <a:srgbClr val="3EC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D2820"/>
          </a:solidFill>
          <a:ln w="6350">
            <a:solidFill>
              <a:srgbClr val="1A5C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AA"/>
                </a:solidFill>
              </a:rPr>
              <a:t>Diferenciais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nos torna únicos?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947672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20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AA0B4"/>
                </a:solidFill>
              </a:rPr>
              <a:t>Diferencial</a:t>
            </a:r>
            <a:r>
              <a:rPr lang="en-US" sz="1000" dirty="0">
                <a:solidFill>
                  <a:srgbClr val="9AA0B4"/>
                </a:solidFill>
              </a:rPr>
              <a:t>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daltonismo integrados ao 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947672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020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AA0B4"/>
                </a:solidFill>
              </a:rPr>
              <a:t>Diferencial</a:t>
            </a:r>
            <a:r>
              <a:rPr lang="en-US" sz="1000" dirty="0">
                <a:solidFill>
                  <a:srgbClr val="9AA0B4"/>
                </a:solidFill>
              </a:rPr>
              <a:t>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gratuito, sem anúncios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9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AA0B4"/>
                </a:solidFill>
              </a:rPr>
              <a:t>Diferencial</a:t>
            </a:r>
            <a:r>
              <a:rPr lang="en-US" sz="1000" dirty="0">
                <a:solidFill>
                  <a:srgbClr val="9AA0B4"/>
                </a:solidFill>
              </a:rPr>
              <a:t>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ativa de apoio mútuo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136392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209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9AA0B4"/>
                </a:solidFill>
              </a:rPr>
              <a:t>Diferencial</a:t>
            </a:r>
            <a:r>
              <a:rPr lang="en-US" sz="1000" dirty="0">
                <a:solidFill>
                  <a:srgbClr val="9AA0B4"/>
                </a:solidFill>
              </a:rPr>
              <a:t>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simples para iniciantes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A"/>
                </a:solidFill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01500"/>
          </a:solidFill>
          <a:ln w="6350">
            <a:solidFill>
              <a:srgbClr val="5A3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9F27"/>
                </a:solidFill>
              </a:rPr>
              <a:t>Público-alvo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quem é o Inclui-Digital?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97764" y="1895094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705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</a:rPr>
              <a:t>Grupo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453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carentes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89738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9705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</a:rPr>
              <a:t>Grupo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2814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Idosos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aprendendo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pela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endParaRPr lang="en-US" sz="1300" b="1" dirty="0">
              <a:solidFill>
                <a:srgbClr val="E8EA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7764" y="30861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92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</a:rPr>
              <a:t>Grupo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" y="3394911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daltonismo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dedicados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861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1592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0B4"/>
                </a:solidFill>
              </a:rPr>
              <a:t>Grupo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34701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outros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motora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auditive e </a:t>
            </a:r>
            <a:r>
              <a:rPr lang="en-US" sz="1300" b="1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intelectual</a:t>
            </a: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A"/>
                </a:solidFill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ECFAA"/>
          </a:solidFill>
          <a:ln w="12700">
            <a:solidFill>
              <a:srgbClr val="3ECF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D2820"/>
          </a:solidFill>
          <a:ln w="6350">
            <a:solidFill>
              <a:srgbClr val="1A5C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ECFAA"/>
                </a:solidFill>
              </a:rPr>
              <a:t>Benefícios e limitações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 site promove — e o que ainda falta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CFAA"/>
                </a:solidFill>
              </a:rPr>
              <a:t>Benefícios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gratuito </a:t>
            </a:r>
            <a:r>
              <a:rPr lang="en-US" sz="1300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96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Conexão entre pessoas excluídas digitalmente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Acessibilidade real para daltônicos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27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4B4A"/>
                </a:solidFill>
              </a:rPr>
              <a:t>Limitações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app mobile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596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Conteúdo ainda em construção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163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Requer internet para acesso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A"/>
                </a:solidFill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C1933"/>
          </a:solidFill>
          <a:ln w="6350">
            <a:solidFill>
              <a:srgbClr val="3A2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DFF"/>
                </a:solidFill>
              </a:rPr>
              <a:t>Conclusão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</a:t>
            </a:r>
            <a:r>
              <a:rPr lang="en-US" sz="2800" b="1" dirty="0">
                <a:solidFill>
                  <a:srgbClr val="A89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Inclui</a:t>
            </a:r>
            <a:r>
              <a:rPr lang="en-US" sz="2800" b="1" dirty="0">
                <a:solidFill>
                  <a:srgbClr val="5F5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</a:t>
            </a:r>
            <a:r>
              <a:rPr lang="en-US" sz="2800" b="1" dirty="0">
                <a:solidFill>
                  <a:srgbClr val="3ECF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</a:t>
            </a:r>
            <a:r>
              <a:rPr lang="en-US" sz="28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é para quem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internet </a:t>
            </a:r>
            <a:r>
              <a:rPr lang="en-US" sz="2800" b="1" dirty="0" err="1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esqueceu</a:t>
            </a:r>
            <a:r>
              <a:rPr lang="en-US" sz="2800" b="1" dirty="0">
                <a:solidFill>
                  <a:srgbClr val="E8EA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...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site gratuito, acessível e pensado para quem mais precisa de inclusão digital.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AA0B4"/>
                </a:solidFill>
              </a:rPr>
              <a:t>Apresentação</a:t>
            </a:r>
            <a:r>
              <a:rPr lang="en-US" sz="1100" dirty="0">
                <a:solidFill>
                  <a:srgbClr val="9AA0B4"/>
                </a:solidFill>
              </a:rPr>
              <a:t>: 24/04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329184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3291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AA0B4"/>
                </a:solidFill>
              </a:rPr>
              <a:t>Educação</a:t>
            </a:r>
            <a:r>
              <a:rPr lang="en-US" sz="1100" dirty="0">
                <a:solidFill>
                  <a:srgbClr val="9AA0B4"/>
                </a:solidFill>
              </a:rPr>
              <a:t> Digital e </a:t>
            </a:r>
            <a:r>
              <a:rPr lang="en-US" sz="1100" dirty="0" err="1">
                <a:solidFill>
                  <a:srgbClr val="9AA0B4"/>
                </a:solidFill>
              </a:rPr>
              <a:t>Midiática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3D4A"/>
                </a:solidFill>
              </a:rPr>
              <a:t>07 / 07</a:t>
            </a:r>
            <a:endParaRPr lang="en-US" sz="10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0BBAEB3-C472-4693-B13D-70406F7D5762}"/>
              </a:ext>
            </a:extLst>
          </p:cNvPr>
          <p:cNvSpPr/>
          <p:nvPr/>
        </p:nvSpPr>
        <p:spPr>
          <a:xfrm>
            <a:off x="5212079" y="3291840"/>
            <a:ext cx="3288825" cy="347472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6350">
            <a:solidFill>
              <a:srgbClr val="3A3D4A"/>
            </a:solidFill>
            <a:prstDash val="solid"/>
          </a:ln>
        </p:spPr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32C6846-D12D-4952-828A-B5C454373B52}"/>
              </a:ext>
            </a:extLst>
          </p:cNvPr>
          <p:cNvSpPr txBox="1"/>
          <p:nvPr/>
        </p:nvSpPr>
        <p:spPr>
          <a:xfrm>
            <a:off x="5212080" y="3334771"/>
            <a:ext cx="3288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AA0B4"/>
                </a:solidFill>
              </a:rPr>
              <a:t>Componentes</a:t>
            </a:r>
            <a:r>
              <a:rPr lang="en-US" sz="1100" dirty="0">
                <a:solidFill>
                  <a:srgbClr val="9AA0B4"/>
                </a:solidFill>
              </a:rPr>
              <a:t>: Emanuel Víctor e Henrique Cesar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358</Words>
  <Application>Microsoft Office PowerPoint</Application>
  <PresentationFormat>Apresentação na tela (16:9)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(corpo)</vt:lpstr>
      <vt:lpstr>Google Sans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InclúiDigital</dc:title>
  <dc:subject>PptxGenJS Presentation</dc:subject>
  <dc:creator>PptxGenJS</dc:creator>
  <cp:lastModifiedBy>Suerda</cp:lastModifiedBy>
  <cp:revision>4</cp:revision>
  <dcterms:created xsi:type="dcterms:W3CDTF">2026-04-17T20:41:32Z</dcterms:created>
  <dcterms:modified xsi:type="dcterms:W3CDTF">2026-04-21T14:42:08Z</dcterms:modified>
</cp:coreProperties>
</file>